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52367-B24B-4159-84BD-C699C2FEA75D}" v="3" dt="2025-12-04T22:58:49.425"/>
    <p1510:client id="{21C4F572-8C6F-4BDA-AB1E-49EF2E51F7E7}" v="14" dt="2025-12-04T19:32:41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1FD0DA-ED30-4AB3-88E1-6EC78D34C412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C93BC1-74E6-4EB0-B8DC-74F12ACED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Built with C++</a:t>
          </a:r>
        </a:p>
      </dgm:t>
    </dgm:pt>
    <dgm:pt modelId="{2CB20921-AF91-4539-92CD-31ACE081F270}" type="parTrans" cxnId="{04EEE756-CE47-49F9-A0AE-B3FDB44E1715}">
      <dgm:prSet/>
      <dgm:spPr/>
      <dgm:t>
        <a:bodyPr/>
        <a:lstStyle/>
        <a:p>
          <a:endParaRPr lang="en-US"/>
        </a:p>
      </dgm:t>
    </dgm:pt>
    <dgm:pt modelId="{705B2CE2-11D0-4528-9D35-9D2374ACCAAB}" type="sibTrans" cxnId="{04EEE756-CE47-49F9-A0AE-B3FDB44E1715}">
      <dgm:prSet/>
      <dgm:spPr/>
      <dgm:t>
        <a:bodyPr/>
        <a:lstStyle/>
        <a:p>
          <a:endParaRPr lang="en-US"/>
        </a:p>
      </dgm:t>
    </dgm:pt>
    <dgm:pt modelId="{03E48B33-47DB-4A92-A210-ED35240D9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Built in the x86 processor architecture system (Brooks)</a:t>
          </a:r>
        </a:p>
      </dgm:t>
    </dgm:pt>
    <dgm:pt modelId="{74971909-2283-4886-8407-6F90E612946B}" type="parTrans" cxnId="{9C2CCE34-CC23-42F5-A679-1C68424A4F4C}">
      <dgm:prSet/>
      <dgm:spPr/>
      <dgm:t>
        <a:bodyPr/>
        <a:lstStyle/>
        <a:p>
          <a:endParaRPr lang="en-US"/>
        </a:p>
      </dgm:t>
    </dgm:pt>
    <dgm:pt modelId="{13458740-D827-421F-9D62-03D54F1D4EB9}" type="sibTrans" cxnId="{9C2CCE34-CC23-42F5-A679-1C68424A4F4C}">
      <dgm:prSet/>
      <dgm:spPr/>
      <dgm:t>
        <a:bodyPr/>
        <a:lstStyle/>
        <a:p>
          <a:endParaRPr lang="en-US"/>
        </a:p>
      </dgm:t>
    </dgm:pt>
    <dgm:pt modelId="{8D2600B2-2DB9-4AA4-A463-BC33DEC512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familiar and experienced with it</a:t>
          </a:r>
        </a:p>
      </dgm:t>
    </dgm:pt>
    <dgm:pt modelId="{F2469316-7485-4AFD-91C6-35AE23432B98}" type="parTrans" cxnId="{18D86316-5466-4316-A9FA-5980183AF35E}">
      <dgm:prSet/>
      <dgm:spPr/>
      <dgm:t>
        <a:bodyPr/>
        <a:lstStyle/>
        <a:p>
          <a:endParaRPr lang="en-US"/>
        </a:p>
      </dgm:t>
    </dgm:pt>
    <dgm:pt modelId="{33C6B566-1762-40E8-B6FB-CF91AAC5F21C}" type="sibTrans" cxnId="{18D86316-5466-4316-A9FA-5980183AF35E}">
      <dgm:prSet/>
      <dgm:spPr/>
      <dgm:t>
        <a:bodyPr/>
        <a:lstStyle/>
        <a:p>
          <a:endParaRPr lang="en-US"/>
        </a:p>
      </dgm:t>
    </dgm:pt>
    <dgm:pt modelId="{92C94434-1239-44B5-B7CE-DEFCC4A8F6A9}" type="pres">
      <dgm:prSet presAssocID="{431FD0DA-ED30-4AB3-88E1-6EC78D34C412}" presName="root" presStyleCnt="0">
        <dgm:presLayoutVars>
          <dgm:dir/>
          <dgm:resizeHandles val="exact"/>
        </dgm:presLayoutVars>
      </dgm:prSet>
      <dgm:spPr/>
    </dgm:pt>
    <dgm:pt modelId="{2EC2754C-25C6-4EE2-B37B-6A5E5F043FA9}" type="pres">
      <dgm:prSet presAssocID="{DDC93BC1-74E6-4EB0-B8DC-74F12ACED782}" presName="compNode" presStyleCnt="0"/>
      <dgm:spPr/>
    </dgm:pt>
    <dgm:pt modelId="{3D312129-6D5D-4EF0-9D94-4652543FF3DD}" type="pres">
      <dgm:prSet presAssocID="{DDC93BC1-74E6-4EB0-B8DC-74F12ACED782}" presName="iconRect" presStyleLbl="node1" presStyleIdx="0" presStyleCnt="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59C81CB-68A2-4418-9CC3-0C82F6882B63}" type="pres">
      <dgm:prSet presAssocID="{DDC93BC1-74E6-4EB0-B8DC-74F12ACED782}" presName="spaceRect" presStyleCnt="0"/>
      <dgm:spPr/>
    </dgm:pt>
    <dgm:pt modelId="{50B36113-F7D3-4720-BF40-23706A3D44EB}" type="pres">
      <dgm:prSet presAssocID="{DDC93BC1-74E6-4EB0-B8DC-74F12ACED782}" presName="textRect" presStyleLbl="revTx" presStyleIdx="0" presStyleCnt="3">
        <dgm:presLayoutVars>
          <dgm:chMax val="1"/>
          <dgm:chPref val="1"/>
        </dgm:presLayoutVars>
      </dgm:prSet>
      <dgm:spPr/>
    </dgm:pt>
    <dgm:pt modelId="{26084119-5392-4FBF-A58C-8A3FE20BF9F1}" type="pres">
      <dgm:prSet presAssocID="{705B2CE2-11D0-4528-9D35-9D2374ACCAAB}" presName="sibTrans" presStyleCnt="0"/>
      <dgm:spPr/>
    </dgm:pt>
    <dgm:pt modelId="{6BFD4C15-6ABF-463D-AD12-F2EF6595BE8E}" type="pres">
      <dgm:prSet presAssocID="{03E48B33-47DB-4A92-A210-ED35240D99AD}" presName="compNode" presStyleCnt="0"/>
      <dgm:spPr/>
    </dgm:pt>
    <dgm:pt modelId="{A4139660-2AA6-41A0-BEBC-E9ACF01FFC09}" type="pres">
      <dgm:prSet presAssocID="{03E48B33-47DB-4A92-A210-ED35240D99AD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BFAA52E-C9DA-4659-BE26-25488312D712}" type="pres">
      <dgm:prSet presAssocID="{03E48B33-47DB-4A92-A210-ED35240D99AD}" presName="spaceRect" presStyleCnt="0"/>
      <dgm:spPr/>
    </dgm:pt>
    <dgm:pt modelId="{423FF610-719D-4B44-B397-830CA9B169BE}" type="pres">
      <dgm:prSet presAssocID="{03E48B33-47DB-4A92-A210-ED35240D99AD}" presName="textRect" presStyleLbl="revTx" presStyleIdx="1" presStyleCnt="3">
        <dgm:presLayoutVars>
          <dgm:chMax val="1"/>
          <dgm:chPref val="1"/>
        </dgm:presLayoutVars>
      </dgm:prSet>
      <dgm:spPr/>
    </dgm:pt>
    <dgm:pt modelId="{FC533CF3-0085-46CB-84E4-8B6C4CA308A2}" type="pres">
      <dgm:prSet presAssocID="{13458740-D827-421F-9D62-03D54F1D4EB9}" presName="sibTrans" presStyleCnt="0"/>
      <dgm:spPr/>
    </dgm:pt>
    <dgm:pt modelId="{A0270525-19A6-4AE4-B145-5FBFA1F6F11D}" type="pres">
      <dgm:prSet presAssocID="{8D2600B2-2DB9-4AA4-A463-BC33DEC512B8}" presName="compNode" presStyleCnt="0"/>
      <dgm:spPr/>
    </dgm:pt>
    <dgm:pt modelId="{ED5FEFEE-B7A5-44F4-8548-D8421C18AE03}" type="pres">
      <dgm:prSet presAssocID="{8D2600B2-2DB9-4AA4-A463-BC33DEC512B8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F533479-0560-4B36-9B2C-5D5F5A4E9B98}" type="pres">
      <dgm:prSet presAssocID="{8D2600B2-2DB9-4AA4-A463-BC33DEC512B8}" presName="spaceRect" presStyleCnt="0"/>
      <dgm:spPr/>
    </dgm:pt>
    <dgm:pt modelId="{D8010D19-A6A4-45FD-9D86-A4A56C87EC8B}" type="pres">
      <dgm:prSet presAssocID="{8D2600B2-2DB9-4AA4-A463-BC33DEC512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D86316-5466-4316-A9FA-5980183AF35E}" srcId="{431FD0DA-ED30-4AB3-88E1-6EC78D34C412}" destId="{8D2600B2-2DB9-4AA4-A463-BC33DEC512B8}" srcOrd="2" destOrd="0" parTransId="{F2469316-7485-4AFD-91C6-35AE23432B98}" sibTransId="{33C6B566-1762-40E8-B6FB-CF91AAC5F21C}"/>
    <dgm:cxn modelId="{79383F19-57CB-4397-8F5D-15CDA977941F}" type="presOf" srcId="{8D2600B2-2DB9-4AA4-A463-BC33DEC512B8}" destId="{D8010D19-A6A4-45FD-9D86-A4A56C87EC8B}" srcOrd="0" destOrd="0" presId="urn:microsoft.com/office/officeart/2018/2/layout/IconLabelList"/>
    <dgm:cxn modelId="{8D43141B-79B4-4FA2-8ABF-0EEAD875673C}" type="presOf" srcId="{431FD0DA-ED30-4AB3-88E1-6EC78D34C412}" destId="{92C94434-1239-44B5-B7CE-DEFCC4A8F6A9}" srcOrd="0" destOrd="0" presId="urn:microsoft.com/office/officeart/2018/2/layout/IconLabelList"/>
    <dgm:cxn modelId="{9C2CCE34-CC23-42F5-A679-1C68424A4F4C}" srcId="{431FD0DA-ED30-4AB3-88E1-6EC78D34C412}" destId="{03E48B33-47DB-4A92-A210-ED35240D99AD}" srcOrd="1" destOrd="0" parTransId="{74971909-2283-4886-8407-6F90E612946B}" sibTransId="{13458740-D827-421F-9D62-03D54F1D4EB9}"/>
    <dgm:cxn modelId="{04EEE756-CE47-49F9-A0AE-B3FDB44E1715}" srcId="{431FD0DA-ED30-4AB3-88E1-6EC78D34C412}" destId="{DDC93BC1-74E6-4EB0-B8DC-74F12ACED782}" srcOrd="0" destOrd="0" parTransId="{2CB20921-AF91-4539-92CD-31ACE081F270}" sibTransId="{705B2CE2-11D0-4528-9D35-9D2374ACCAAB}"/>
    <dgm:cxn modelId="{B1EEF45A-FBEC-4453-8CB5-0CC36DCEE739}" type="presOf" srcId="{DDC93BC1-74E6-4EB0-B8DC-74F12ACED782}" destId="{50B36113-F7D3-4720-BF40-23706A3D44EB}" srcOrd="0" destOrd="0" presId="urn:microsoft.com/office/officeart/2018/2/layout/IconLabelList"/>
    <dgm:cxn modelId="{BF977EA5-72DE-4276-A845-236C8F7CC796}" type="presOf" srcId="{03E48B33-47DB-4A92-A210-ED35240D99AD}" destId="{423FF610-719D-4B44-B397-830CA9B169BE}" srcOrd="0" destOrd="0" presId="urn:microsoft.com/office/officeart/2018/2/layout/IconLabelList"/>
    <dgm:cxn modelId="{9ED34E22-2C25-46EB-9467-94457C35A42C}" type="presParOf" srcId="{92C94434-1239-44B5-B7CE-DEFCC4A8F6A9}" destId="{2EC2754C-25C6-4EE2-B37B-6A5E5F043FA9}" srcOrd="0" destOrd="0" presId="urn:microsoft.com/office/officeart/2018/2/layout/IconLabelList"/>
    <dgm:cxn modelId="{1AC6ABD5-57BE-44AB-8978-114B13079732}" type="presParOf" srcId="{2EC2754C-25C6-4EE2-B37B-6A5E5F043FA9}" destId="{3D312129-6D5D-4EF0-9D94-4652543FF3DD}" srcOrd="0" destOrd="0" presId="urn:microsoft.com/office/officeart/2018/2/layout/IconLabelList"/>
    <dgm:cxn modelId="{2123B70E-B7EF-4760-850A-2753AF7F23D4}" type="presParOf" srcId="{2EC2754C-25C6-4EE2-B37B-6A5E5F043FA9}" destId="{E59C81CB-68A2-4418-9CC3-0C82F6882B63}" srcOrd="1" destOrd="0" presId="urn:microsoft.com/office/officeart/2018/2/layout/IconLabelList"/>
    <dgm:cxn modelId="{697E8291-E3FF-4B20-995E-AE4A3A5A54E5}" type="presParOf" srcId="{2EC2754C-25C6-4EE2-B37B-6A5E5F043FA9}" destId="{50B36113-F7D3-4720-BF40-23706A3D44EB}" srcOrd="2" destOrd="0" presId="urn:microsoft.com/office/officeart/2018/2/layout/IconLabelList"/>
    <dgm:cxn modelId="{2CDD0396-0C95-4E58-A7E1-D7FF962007D1}" type="presParOf" srcId="{92C94434-1239-44B5-B7CE-DEFCC4A8F6A9}" destId="{26084119-5392-4FBF-A58C-8A3FE20BF9F1}" srcOrd="1" destOrd="0" presId="urn:microsoft.com/office/officeart/2018/2/layout/IconLabelList"/>
    <dgm:cxn modelId="{800686A4-7720-4F5C-A740-8C240B9FEDBD}" type="presParOf" srcId="{92C94434-1239-44B5-B7CE-DEFCC4A8F6A9}" destId="{6BFD4C15-6ABF-463D-AD12-F2EF6595BE8E}" srcOrd="2" destOrd="0" presId="urn:microsoft.com/office/officeart/2018/2/layout/IconLabelList"/>
    <dgm:cxn modelId="{978689F7-7983-4CAC-9570-D2F63D9A06AE}" type="presParOf" srcId="{6BFD4C15-6ABF-463D-AD12-F2EF6595BE8E}" destId="{A4139660-2AA6-41A0-BEBC-E9ACF01FFC09}" srcOrd="0" destOrd="0" presId="urn:microsoft.com/office/officeart/2018/2/layout/IconLabelList"/>
    <dgm:cxn modelId="{ED7B03AD-FC51-4268-8F3B-F1DB12EF0E6B}" type="presParOf" srcId="{6BFD4C15-6ABF-463D-AD12-F2EF6595BE8E}" destId="{1BFAA52E-C9DA-4659-BE26-25488312D712}" srcOrd="1" destOrd="0" presId="urn:microsoft.com/office/officeart/2018/2/layout/IconLabelList"/>
    <dgm:cxn modelId="{3C9E3D76-1070-4E01-8552-3B57C142A02C}" type="presParOf" srcId="{6BFD4C15-6ABF-463D-AD12-F2EF6595BE8E}" destId="{423FF610-719D-4B44-B397-830CA9B169BE}" srcOrd="2" destOrd="0" presId="urn:microsoft.com/office/officeart/2018/2/layout/IconLabelList"/>
    <dgm:cxn modelId="{D6824654-F919-4647-8936-AD2E778E84C6}" type="presParOf" srcId="{92C94434-1239-44B5-B7CE-DEFCC4A8F6A9}" destId="{FC533CF3-0085-46CB-84E4-8B6C4CA308A2}" srcOrd="3" destOrd="0" presId="urn:microsoft.com/office/officeart/2018/2/layout/IconLabelList"/>
    <dgm:cxn modelId="{6B117EEE-7988-49ED-8E5F-4B944B771147}" type="presParOf" srcId="{92C94434-1239-44B5-B7CE-DEFCC4A8F6A9}" destId="{A0270525-19A6-4AE4-B145-5FBFA1F6F11D}" srcOrd="4" destOrd="0" presId="urn:microsoft.com/office/officeart/2018/2/layout/IconLabelList"/>
    <dgm:cxn modelId="{DB449C24-BF4A-45EA-B813-BD3A4A018A76}" type="presParOf" srcId="{A0270525-19A6-4AE4-B145-5FBFA1F6F11D}" destId="{ED5FEFEE-B7A5-44F4-8548-D8421C18AE03}" srcOrd="0" destOrd="0" presId="urn:microsoft.com/office/officeart/2018/2/layout/IconLabelList"/>
    <dgm:cxn modelId="{52A449B6-697E-4934-A717-A37E964DE584}" type="presParOf" srcId="{A0270525-19A6-4AE4-B145-5FBFA1F6F11D}" destId="{8F533479-0560-4B36-9B2C-5D5F5A4E9B98}" srcOrd="1" destOrd="0" presId="urn:microsoft.com/office/officeart/2018/2/layout/IconLabelList"/>
    <dgm:cxn modelId="{F4295537-987C-41AF-A6CB-D6734F2AC9F0}" type="presParOf" srcId="{A0270525-19A6-4AE4-B145-5FBFA1F6F11D}" destId="{D8010D19-A6A4-45FD-9D86-A4A56C87EC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508D37-A9BD-409B-915B-8E1A5FC362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1E4883-6165-4532-AA0E-089991F07589}">
      <dgm:prSet/>
      <dgm:spPr/>
      <dgm:t>
        <a:bodyPr/>
        <a:lstStyle/>
        <a:p>
          <a:r>
            <a:rPr lang="en-US"/>
            <a:t>Inst.h/Inst.cpp</a:t>
          </a:r>
        </a:p>
      </dgm:t>
    </dgm:pt>
    <dgm:pt modelId="{89BDD3CF-BA8B-4F92-8D5E-8BEB21968284}" type="parTrans" cxnId="{5405796F-BE19-47D2-B9C2-D3F3841CCAE5}">
      <dgm:prSet/>
      <dgm:spPr/>
      <dgm:t>
        <a:bodyPr/>
        <a:lstStyle/>
        <a:p>
          <a:endParaRPr lang="en-US"/>
        </a:p>
      </dgm:t>
    </dgm:pt>
    <dgm:pt modelId="{D94F6290-9FC9-4EDB-A5E1-F58A61567174}" type="sibTrans" cxnId="{5405796F-BE19-47D2-B9C2-D3F3841CCAE5}">
      <dgm:prSet/>
      <dgm:spPr/>
      <dgm:t>
        <a:bodyPr/>
        <a:lstStyle/>
        <a:p>
          <a:endParaRPr lang="en-US"/>
        </a:p>
      </dgm:t>
    </dgm:pt>
    <dgm:pt modelId="{96CF9C6B-5D7C-4619-AD1E-60ED5D05D9D2}">
      <dgm:prSet/>
      <dgm:spPr/>
      <dgm:t>
        <a:bodyPr/>
        <a:lstStyle/>
        <a:p>
          <a:r>
            <a:rPr lang="en-US" dirty="0"/>
            <a:t>Defines and implements instruction format and opcode set</a:t>
          </a:r>
        </a:p>
      </dgm:t>
    </dgm:pt>
    <dgm:pt modelId="{3B11E364-BD50-42C3-9E35-6FF4070B790B}" type="parTrans" cxnId="{F3890A5D-6AFE-4DA8-887C-4971AB5BEEF5}">
      <dgm:prSet/>
      <dgm:spPr/>
      <dgm:t>
        <a:bodyPr/>
        <a:lstStyle/>
        <a:p>
          <a:endParaRPr lang="en-US"/>
        </a:p>
      </dgm:t>
    </dgm:pt>
    <dgm:pt modelId="{47AD0DC2-227A-461B-9CB6-2D2FC132870B}" type="sibTrans" cxnId="{F3890A5D-6AFE-4DA8-887C-4971AB5BEEF5}">
      <dgm:prSet/>
      <dgm:spPr/>
      <dgm:t>
        <a:bodyPr/>
        <a:lstStyle/>
        <a:p>
          <a:endParaRPr lang="en-US"/>
        </a:p>
      </dgm:t>
    </dgm:pt>
    <dgm:pt modelId="{6B3AE3F3-F537-4CB4-A18A-D32AF596F733}">
      <dgm:prSet/>
      <dgm:spPr/>
      <dgm:t>
        <a:bodyPr/>
        <a:lstStyle/>
        <a:p>
          <a:r>
            <a:rPr lang="en-US"/>
            <a:t>parser.h/parser.cpp</a:t>
          </a:r>
        </a:p>
      </dgm:t>
    </dgm:pt>
    <dgm:pt modelId="{BCA0F595-6EDA-42B3-8291-B2837E9F6ECC}" type="parTrans" cxnId="{8F7AE43E-CCDD-4584-87CF-00A139683CB1}">
      <dgm:prSet/>
      <dgm:spPr/>
      <dgm:t>
        <a:bodyPr/>
        <a:lstStyle/>
        <a:p>
          <a:endParaRPr lang="en-US"/>
        </a:p>
      </dgm:t>
    </dgm:pt>
    <dgm:pt modelId="{181AB2FC-E901-43A1-AEC5-9170918E8BA8}" type="sibTrans" cxnId="{8F7AE43E-CCDD-4584-87CF-00A139683CB1}">
      <dgm:prSet/>
      <dgm:spPr/>
      <dgm:t>
        <a:bodyPr/>
        <a:lstStyle/>
        <a:p>
          <a:endParaRPr lang="en-US"/>
        </a:p>
      </dgm:t>
    </dgm:pt>
    <dgm:pt modelId="{E98C289F-CD00-4051-9678-A9E392881248}">
      <dgm:prSet/>
      <dgm:spPr/>
      <dgm:t>
        <a:bodyPr/>
        <a:lstStyle/>
        <a:p>
          <a:r>
            <a:rPr lang="en-US" dirty="0"/>
            <a:t>Reads assembly text and converts it into Inst and Program objects</a:t>
          </a:r>
        </a:p>
      </dgm:t>
    </dgm:pt>
    <dgm:pt modelId="{9A56D266-6CF4-4AC6-B5D1-47CFC7ABAE2F}" type="parTrans" cxnId="{770B1748-2910-4992-AD9F-2FCF599279E0}">
      <dgm:prSet/>
      <dgm:spPr/>
      <dgm:t>
        <a:bodyPr/>
        <a:lstStyle/>
        <a:p>
          <a:endParaRPr lang="en-US"/>
        </a:p>
      </dgm:t>
    </dgm:pt>
    <dgm:pt modelId="{CBD25C1D-9381-4963-A674-002955B67E29}" type="sibTrans" cxnId="{770B1748-2910-4992-AD9F-2FCF599279E0}">
      <dgm:prSet/>
      <dgm:spPr/>
      <dgm:t>
        <a:bodyPr/>
        <a:lstStyle/>
        <a:p>
          <a:endParaRPr lang="en-US"/>
        </a:p>
      </dgm:t>
    </dgm:pt>
    <dgm:pt modelId="{421F2237-3F7A-4548-8DF2-A15947239FEB}">
      <dgm:prSet/>
      <dgm:spPr/>
      <dgm:t>
        <a:bodyPr/>
        <a:lstStyle/>
        <a:p>
          <a:r>
            <a:rPr lang="en-US"/>
            <a:t>cpu.h/cpu.cpp</a:t>
          </a:r>
        </a:p>
      </dgm:t>
    </dgm:pt>
    <dgm:pt modelId="{65AFCBC1-88F2-41E1-BDCE-87372022D4AC}" type="parTrans" cxnId="{F548C9B8-CA2A-407F-96FB-986A821665C4}">
      <dgm:prSet/>
      <dgm:spPr/>
      <dgm:t>
        <a:bodyPr/>
        <a:lstStyle/>
        <a:p>
          <a:endParaRPr lang="en-US"/>
        </a:p>
      </dgm:t>
    </dgm:pt>
    <dgm:pt modelId="{C6973F5E-229C-44EA-887B-1E6342F991BB}" type="sibTrans" cxnId="{F548C9B8-CA2A-407F-96FB-986A821665C4}">
      <dgm:prSet/>
      <dgm:spPr/>
      <dgm:t>
        <a:bodyPr/>
        <a:lstStyle/>
        <a:p>
          <a:endParaRPr lang="en-US"/>
        </a:p>
      </dgm:t>
    </dgm:pt>
    <dgm:pt modelId="{A88F7ABC-7444-4FFD-8FC2-123B550AACA3}">
      <dgm:prSet/>
      <dgm:spPr/>
      <dgm:t>
        <a:bodyPr/>
        <a:lstStyle/>
        <a:p>
          <a:r>
            <a:rPr lang="en-US" dirty="0"/>
            <a:t>Defining and Implementing the pipeline simulator</a:t>
          </a:r>
        </a:p>
      </dgm:t>
    </dgm:pt>
    <dgm:pt modelId="{510AB720-35EF-4865-925F-259BF3E6B3E3}" type="parTrans" cxnId="{49991C19-56A4-4971-AD20-F8FF0CDBABC6}">
      <dgm:prSet/>
      <dgm:spPr/>
      <dgm:t>
        <a:bodyPr/>
        <a:lstStyle/>
        <a:p>
          <a:endParaRPr lang="en-US"/>
        </a:p>
      </dgm:t>
    </dgm:pt>
    <dgm:pt modelId="{B00453B8-CAEE-4D0E-9FF2-B1D98F54966A}" type="sibTrans" cxnId="{49991C19-56A4-4971-AD20-F8FF0CDBABC6}">
      <dgm:prSet/>
      <dgm:spPr/>
      <dgm:t>
        <a:bodyPr/>
        <a:lstStyle/>
        <a:p>
          <a:endParaRPr lang="en-US"/>
        </a:p>
      </dgm:t>
    </dgm:pt>
    <dgm:pt modelId="{7364B414-7F12-4DA0-AF90-8D26181A4853}">
      <dgm:prSet/>
      <dgm:spPr/>
      <dgm:t>
        <a:bodyPr/>
        <a:lstStyle/>
        <a:p>
          <a:r>
            <a:rPr lang="en-US" dirty="0" err="1"/>
            <a:t>util.h</a:t>
          </a:r>
          <a:r>
            <a:rPr lang="en-US" dirty="0"/>
            <a:t>/util.cpp</a:t>
          </a:r>
        </a:p>
      </dgm:t>
    </dgm:pt>
    <dgm:pt modelId="{56862D9E-D9E9-4165-ADE0-4BD91E61DDE6}" type="parTrans" cxnId="{20656186-6E5E-4D10-8296-18756A5560BE}">
      <dgm:prSet/>
      <dgm:spPr/>
      <dgm:t>
        <a:bodyPr/>
        <a:lstStyle/>
        <a:p>
          <a:endParaRPr lang="en-US"/>
        </a:p>
      </dgm:t>
    </dgm:pt>
    <dgm:pt modelId="{B622D75A-9493-4A71-A0F0-C11A712AFA5C}" type="sibTrans" cxnId="{20656186-6E5E-4D10-8296-18756A5560BE}">
      <dgm:prSet/>
      <dgm:spPr/>
      <dgm:t>
        <a:bodyPr/>
        <a:lstStyle/>
        <a:p>
          <a:endParaRPr lang="en-US"/>
        </a:p>
      </dgm:t>
    </dgm:pt>
    <dgm:pt modelId="{414D1E62-E7A6-4424-B875-DF69322E8A36}">
      <dgm:prSet/>
      <dgm:spPr/>
      <dgm:t>
        <a:bodyPr/>
        <a:lstStyle/>
        <a:p>
          <a:r>
            <a:rPr lang="en-US" dirty="0"/>
            <a:t>Defines and implements Helper functions that support simulator</a:t>
          </a:r>
        </a:p>
      </dgm:t>
    </dgm:pt>
    <dgm:pt modelId="{F4277D3A-2369-4641-A987-0BCBCD605EB0}" type="parTrans" cxnId="{051E8843-95E8-4B63-8AAB-12B9CD8CE17B}">
      <dgm:prSet/>
      <dgm:spPr/>
      <dgm:t>
        <a:bodyPr/>
        <a:lstStyle/>
        <a:p>
          <a:endParaRPr lang="en-US"/>
        </a:p>
      </dgm:t>
    </dgm:pt>
    <dgm:pt modelId="{C1C45F64-3DE2-4171-9C31-E5A35A6CDD57}" type="sibTrans" cxnId="{051E8843-95E8-4B63-8AAB-12B9CD8CE17B}">
      <dgm:prSet/>
      <dgm:spPr/>
      <dgm:t>
        <a:bodyPr/>
        <a:lstStyle/>
        <a:p>
          <a:endParaRPr lang="en-US"/>
        </a:p>
      </dgm:t>
    </dgm:pt>
    <dgm:pt modelId="{32449BF0-A756-4AB6-97AE-7F033B709B7C}">
      <dgm:prSet/>
      <dgm:spPr/>
      <dgm:t>
        <a:bodyPr/>
        <a:lstStyle/>
        <a:p>
          <a:r>
            <a:rPr lang="en-US"/>
            <a:t>main.cpp</a:t>
          </a:r>
        </a:p>
      </dgm:t>
    </dgm:pt>
    <dgm:pt modelId="{19ADD167-1383-4B9D-B8DD-67BFCAEA280A}" type="parTrans" cxnId="{A39AC233-179C-4D42-BD93-C8614B681A6D}">
      <dgm:prSet/>
      <dgm:spPr/>
      <dgm:t>
        <a:bodyPr/>
        <a:lstStyle/>
        <a:p>
          <a:endParaRPr lang="en-US"/>
        </a:p>
      </dgm:t>
    </dgm:pt>
    <dgm:pt modelId="{416BD67B-5689-4B0D-B116-D04A0A2906CF}" type="sibTrans" cxnId="{A39AC233-179C-4D42-BD93-C8614B681A6D}">
      <dgm:prSet/>
      <dgm:spPr/>
      <dgm:t>
        <a:bodyPr/>
        <a:lstStyle/>
        <a:p>
          <a:endParaRPr lang="en-US"/>
        </a:p>
      </dgm:t>
    </dgm:pt>
    <dgm:pt modelId="{31971391-F447-4E6E-A654-968375AA6717}">
      <dgm:prSet/>
      <dgm:spPr/>
      <dgm:t>
        <a:bodyPr/>
        <a:lstStyle/>
        <a:p>
          <a:r>
            <a:rPr lang="en-US" dirty="0"/>
            <a:t>The entry point of the simulator or the “glue” of the simulator</a:t>
          </a:r>
        </a:p>
      </dgm:t>
    </dgm:pt>
    <dgm:pt modelId="{946FEFDF-3B16-4A9A-81FE-91AFFB4D92AE}" type="parTrans" cxnId="{014EC2ED-A992-4665-BEFC-C59F8C2BEEBC}">
      <dgm:prSet/>
      <dgm:spPr/>
      <dgm:t>
        <a:bodyPr/>
        <a:lstStyle/>
        <a:p>
          <a:endParaRPr lang="en-US"/>
        </a:p>
      </dgm:t>
    </dgm:pt>
    <dgm:pt modelId="{EF6EF4E6-C90A-4415-BDDD-57F432EC42A7}" type="sibTrans" cxnId="{014EC2ED-A992-4665-BEFC-C59F8C2BEEBC}">
      <dgm:prSet/>
      <dgm:spPr/>
      <dgm:t>
        <a:bodyPr/>
        <a:lstStyle/>
        <a:p>
          <a:endParaRPr lang="en-US"/>
        </a:p>
      </dgm:t>
    </dgm:pt>
    <dgm:pt modelId="{5781C215-759B-43FE-BC9F-40A8E6E01CBA}" type="pres">
      <dgm:prSet presAssocID="{C6508D37-A9BD-409B-915B-8E1A5FC36276}" presName="linear" presStyleCnt="0">
        <dgm:presLayoutVars>
          <dgm:animLvl val="lvl"/>
          <dgm:resizeHandles val="exact"/>
        </dgm:presLayoutVars>
      </dgm:prSet>
      <dgm:spPr/>
    </dgm:pt>
    <dgm:pt modelId="{FAEB9064-FE17-4DB5-99E1-406516BFF705}" type="pres">
      <dgm:prSet presAssocID="{5A1E4883-6165-4532-AA0E-089991F075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C0721E-6AB8-436E-81D1-685B7C86963D}" type="pres">
      <dgm:prSet presAssocID="{5A1E4883-6165-4532-AA0E-089991F07589}" presName="childText" presStyleLbl="revTx" presStyleIdx="0" presStyleCnt="5">
        <dgm:presLayoutVars>
          <dgm:bulletEnabled val="1"/>
        </dgm:presLayoutVars>
      </dgm:prSet>
      <dgm:spPr/>
    </dgm:pt>
    <dgm:pt modelId="{A3CA368B-B0C4-4E1A-8239-3C93723EBD3F}" type="pres">
      <dgm:prSet presAssocID="{6B3AE3F3-F537-4CB4-A18A-D32AF596F7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ECFB1CA-FD93-4205-BBB2-DBB49D9D3591}" type="pres">
      <dgm:prSet presAssocID="{6B3AE3F3-F537-4CB4-A18A-D32AF596F733}" presName="childText" presStyleLbl="revTx" presStyleIdx="1" presStyleCnt="5">
        <dgm:presLayoutVars>
          <dgm:bulletEnabled val="1"/>
        </dgm:presLayoutVars>
      </dgm:prSet>
      <dgm:spPr/>
    </dgm:pt>
    <dgm:pt modelId="{B87E148B-ACF9-4370-BF35-EA5447201EFA}" type="pres">
      <dgm:prSet presAssocID="{421F2237-3F7A-4548-8DF2-A15947239FE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7C3FE8B-13E3-4A92-A4A1-A599309CAC6A}" type="pres">
      <dgm:prSet presAssocID="{421F2237-3F7A-4548-8DF2-A15947239FEB}" presName="childText" presStyleLbl="revTx" presStyleIdx="2" presStyleCnt="5">
        <dgm:presLayoutVars>
          <dgm:bulletEnabled val="1"/>
        </dgm:presLayoutVars>
      </dgm:prSet>
      <dgm:spPr/>
    </dgm:pt>
    <dgm:pt modelId="{16216E0F-CAA2-4CE3-B5EE-F3C8527E95E0}" type="pres">
      <dgm:prSet presAssocID="{7364B414-7F12-4DA0-AF90-8D26181A48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E941D63-C85B-423D-A5DE-B3477B999F78}" type="pres">
      <dgm:prSet presAssocID="{7364B414-7F12-4DA0-AF90-8D26181A4853}" presName="childText" presStyleLbl="revTx" presStyleIdx="3" presStyleCnt="5">
        <dgm:presLayoutVars>
          <dgm:bulletEnabled val="1"/>
        </dgm:presLayoutVars>
      </dgm:prSet>
      <dgm:spPr/>
    </dgm:pt>
    <dgm:pt modelId="{E8B79184-3247-472F-ACC5-E8F601717588}" type="pres">
      <dgm:prSet presAssocID="{32449BF0-A756-4AB6-97AE-7F033B709B7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B883CDB-923D-4F9C-B550-E1DB27E0A432}" type="pres">
      <dgm:prSet presAssocID="{32449BF0-A756-4AB6-97AE-7F033B709B7C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49991C19-56A4-4971-AD20-F8FF0CDBABC6}" srcId="{421F2237-3F7A-4548-8DF2-A15947239FEB}" destId="{A88F7ABC-7444-4FFD-8FC2-123B550AACA3}" srcOrd="0" destOrd="0" parTransId="{510AB720-35EF-4865-925F-259BF3E6B3E3}" sibTransId="{B00453B8-CAEE-4D0E-9FF2-B1D98F54966A}"/>
    <dgm:cxn modelId="{60D5C729-1CB8-4136-A927-51D3435FA518}" type="presOf" srcId="{414D1E62-E7A6-4424-B875-DF69322E8A36}" destId="{5E941D63-C85B-423D-A5DE-B3477B999F78}" srcOrd="0" destOrd="0" presId="urn:microsoft.com/office/officeart/2005/8/layout/vList2"/>
    <dgm:cxn modelId="{A39AC233-179C-4D42-BD93-C8614B681A6D}" srcId="{C6508D37-A9BD-409B-915B-8E1A5FC36276}" destId="{32449BF0-A756-4AB6-97AE-7F033B709B7C}" srcOrd="4" destOrd="0" parTransId="{19ADD167-1383-4B9D-B8DD-67BFCAEA280A}" sibTransId="{416BD67B-5689-4B0D-B116-D04A0A2906CF}"/>
    <dgm:cxn modelId="{33C8F533-4D04-4C3F-8614-6A5CBB44AA47}" type="presOf" srcId="{5A1E4883-6165-4532-AA0E-089991F07589}" destId="{FAEB9064-FE17-4DB5-99E1-406516BFF705}" srcOrd="0" destOrd="0" presId="urn:microsoft.com/office/officeart/2005/8/layout/vList2"/>
    <dgm:cxn modelId="{8F7AE43E-CCDD-4584-87CF-00A139683CB1}" srcId="{C6508D37-A9BD-409B-915B-8E1A5FC36276}" destId="{6B3AE3F3-F537-4CB4-A18A-D32AF596F733}" srcOrd="1" destOrd="0" parTransId="{BCA0F595-6EDA-42B3-8291-B2837E9F6ECC}" sibTransId="{181AB2FC-E901-43A1-AEC5-9170918E8BA8}"/>
    <dgm:cxn modelId="{F3890A5D-6AFE-4DA8-887C-4971AB5BEEF5}" srcId="{5A1E4883-6165-4532-AA0E-089991F07589}" destId="{96CF9C6B-5D7C-4619-AD1E-60ED5D05D9D2}" srcOrd="0" destOrd="0" parTransId="{3B11E364-BD50-42C3-9E35-6FF4070B790B}" sibTransId="{47AD0DC2-227A-461B-9CB6-2D2FC132870B}"/>
    <dgm:cxn modelId="{051E8843-95E8-4B63-8AAB-12B9CD8CE17B}" srcId="{7364B414-7F12-4DA0-AF90-8D26181A4853}" destId="{414D1E62-E7A6-4424-B875-DF69322E8A36}" srcOrd="0" destOrd="0" parTransId="{F4277D3A-2369-4641-A987-0BCBCD605EB0}" sibTransId="{C1C45F64-3DE2-4171-9C31-E5A35A6CDD57}"/>
    <dgm:cxn modelId="{1FA27745-6EF5-4376-8696-416F00B31EA1}" type="presOf" srcId="{6B3AE3F3-F537-4CB4-A18A-D32AF596F733}" destId="{A3CA368B-B0C4-4E1A-8239-3C93723EBD3F}" srcOrd="0" destOrd="0" presId="urn:microsoft.com/office/officeart/2005/8/layout/vList2"/>
    <dgm:cxn modelId="{770B1748-2910-4992-AD9F-2FCF599279E0}" srcId="{6B3AE3F3-F537-4CB4-A18A-D32AF596F733}" destId="{E98C289F-CD00-4051-9678-A9E392881248}" srcOrd="0" destOrd="0" parTransId="{9A56D266-6CF4-4AC6-B5D1-47CFC7ABAE2F}" sibTransId="{CBD25C1D-9381-4963-A674-002955B67E29}"/>
    <dgm:cxn modelId="{5405796F-BE19-47D2-B9C2-D3F3841CCAE5}" srcId="{C6508D37-A9BD-409B-915B-8E1A5FC36276}" destId="{5A1E4883-6165-4532-AA0E-089991F07589}" srcOrd="0" destOrd="0" parTransId="{89BDD3CF-BA8B-4F92-8D5E-8BEB21968284}" sibTransId="{D94F6290-9FC9-4EDB-A5E1-F58A61567174}"/>
    <dgm:cxn modelId="{D2BB9651-8B3A-4B91-8394-C64696D52116}" type="presOf" srcId="{32449BF0-A756-4AB6-97AE-7F033B709B7C}" destId="{E8B79184-3247-472F-ACC5-E8F601717588}" srcOrd="0" destOrd="0" presId="urn:microsoft.com/office/officeart/2005/8/layout/vList2"/>
    <dgm:cxn modelId="{6F82937D-F8C7-4E3D-B91F-862F5EB33216}" type="presOf" srcId="{96CF9C6B-5D7C-4619-AD1E-60ED5D05D9D2}" destId="{2EC0721E-6AB8-436E-81D1-685B7C86963D}" srcOrd="0" destOrd="0" presId="urn:microsoft.com/office/officeart/2005/8/layout/vList2"/>
    <dgm:cxn modelId="{20656186-6E5E-4D10-8296-18756A5560BE}" srcId="{C6508D37-A9BD-409B-915B-8E1A5FC36276}" destId="{7364B414-7F12-4DA0-AF90-8D26181A4853}" srcOrd="3" destOrd="0" parTransId="{56862D9E-D9E9-4165-ADE0-4BD91E61DDE6}" sibTransId="{B622D75A-9493-4A71-A0F0-C11A712AFA5C}"/>
    <dgm:cxn modelId="{A83AA88C-70E8-489B-B977-CFA8145F2004}" type="presOf" srcId="{7364B414-7F12-4DA0-AF90-8D26181A4853}" destId="{16216E0F-CAA2-4CE3-B5EE-F3C8527E95E0}" srcOrd="0" destOrd="0" presId="urn:microsoft.com/office/officeart/2005/8/layout/vList2"/>
    <dgm:cxn modelId="{6BC5A896-0BF1-4252-96A6-DE18D2F1EC1F}" type="presOf" srcId="{E98C289F-CD00-4051-9678-A9E392881248}" destId="{0ECFB1CA-FD93-4205-BBB2-DBB49D9D3591}" srcOrd="0" destOrd="0" presId="urn:microsoft.com/office/officeart/2005/8/layout/vList2"/>
    <dgm:cxn modelId="{F548C9B8-CA2A-407F-96FB-986A821665C4}" srcId="{C6508D37-A9BD-409B-915B-8E1A5FC36276}" destId="{421F2237-3F7A-4548-8DF2-A15947239FEB}" srcOrd="2" destOrd="0" parTransId="{65AFCBC1-88F2-41E1-BDCE-87372022D4AC}" sibTransId="{C6973F5E-229C-44EA-887B-1E6342F991BB}"/>
    <dgm:cxn modelId="{A57F37C8-DE95-4982-9A52-19718D6CE11B}" type="presOf" srcId="{C6508D37-A9BD-409B-915B-8E1A5FC36276}" destId="{5781C215-759B-43FE-BC9F-40A8E6E01CBA}" srcOrd="0" destOrd="0" presId="urn:microsoft.com/office/officeart/2005/8/layout/vList2"/>
    <dgm:cxn modelId="{2BBEBBED-9222-4AF9-97E5-A60E17ACBCB7}" type="presOf" srcId="{31971391-F447-4E6E-A654-968375AA6717}" destId="{3B883CDB-923D-4F9C-B550-E1DB27E0A432}" srcOrd="0" destOrd="0" presId="urn:microsoft.com/office/officeart/2005/8/layout/vList2"/>
    <dgm:cxn modelId="{014EC2ED-A992-4665-BEFC-C59F8C2BEEBC}" srcId="{32449BF0-A756-4AB6-97AE-7F033B709B7C}" destId="{31971391-F447-4E6E-A654-968375AA6717}" srcOrd="0" destOrd="0" parTransId="{946FEFDF-3B16-4A9A-81FE-91AFFB4D92AE}" sibTransId="{EF6EF4E6-C90A-4415-BDDD-57F432EC42A7}"/>
    <dgm:cxn modelId="{5A4DC3F2-A480-44B8-97AA-504B86A19D04}" type="presOf" srcId="{421F2237-3F7A-4548-8DF2-A15947239FEB}" destId="{B87E148B-ACF9-4370-BF35-EA5447201EFA}" srcOrd="0" destOrd="0" presId="urn:microsoft.com/office/officeart/2005/8/layout/vList2"/>
    <dgm:cxn modelId="{E65AD4F2-3F11-42EE-9E25-CAABB46C182F}" type="presOf" srcId="{A88F7ABC-7444-4FFD-8FC2-123B550AACA3}" destId="{67C3FE8B-13E3-4A92-A4A1-A599309CAC6A}" srcOrd="0" destOrd="0" presId="urn:microsoft.com/office/officeart/2005/8/layout/vList2"/>
    <dgm:cxn modelId="{2080114D-DA90-4F47-8889-7B5E7EE2D62F}" type="presParOf" srcId="{5781C215-759B-43FE-BC9F-40A8E6E01CBA}" destId="{FAEB9064-FE17-4DB5-99E1-406516BFF705}" srcOrd="0" destOrd="0" presId="urn:microsoft.com/office/officeart/2005/8/layout/vList2"/>
    <dgm:cxn modelId="{B8563AC5-4994-4D21-B72F-923022A5F35E}" type="presParOf" srcId="{5781C215-759B-43FE-BC9F-40A8E6E01CBA}" destId="{2EC0721E-6AB8-436E-81D1-685B7C86963D}" srcOrd="1" destOrd="0" presId="urn:microsoft.com/office/officeart/2005/8/layout/vList2"/>
    <dgm:cxn modelId="{B7737EB6-C142-482B-AB03-E1F0CF0FB87F}" type="presParOf" srcId="{5781C215-759B-43FE-BC9F-40A8E6E01CBA}" destId="{A3CA368B-B0C4-4E1A-8239-3C93723EBD3F}" srcOrd="2" destOrd="0" presId="urn:microsoft.com/office/officeart/2005/8/layout/vList2"/>
    <dgm:cxn modelId="{6A95555C-9BF8-4E2D-9920-0F0559DCA3C1}" type="presParOf" srcId="{5781C215-759B-43FE-BC9F-40A8E6E01CBA}" destId="{0ECFB1CA-FD93-4205-BBB2-DBB49D9D3591}" srcOrd="3" destOrd="0" presId="urn:microsoft.com/office/officeart/2005/8/layout/vList2"/>
    <dgm:cxn modelId="{21311A4F-E6EE-4296-A270-73BD8EF1C31D}" type="presParOf" srcId="{5781C215-759B-43FE-BC9F-40A8E6E01CBA}" destId="{B87E148B-ACF9-4370-BF35-EA5447201EFA}" srcOrd="4" destOrd="0" presId="urn:microsoft.com/office/officeart/2005/8/layout/vList2"/>
    <dgm:cxn modelId="{6BADFD74-FFB6-41E8-9D14-D88AB67EDCF0}" type="presParOf" srcId="{5781C215-759B-43FE-BC9F-40A8E6E01CBA}" destId="{67C3FE8B-13E3-4A92-A4A1-A599309CAC6A}" srcOrd="5" destOrd="0" presId="urn:microsoft.com/office/officeart/2005/8/layout/vList2"/>
    <dgm:cxn modelId="{6527C9B5-07EB-4960-A757-46C366A1CB81}" type="presParOf" srcId="{5781C215-759B-43FE-BC9F-40A8E6E01CBA}" destId="{16216E0F-CAA2-4CE3-B5EE-F3C8527E95E0}" srcOrd="6" destOrd="0" presId="urn:microsoft.com/office/officeart/2005/8/layout/vList2"/>
    <dgm:cxn modelId="{47C3ECCC-BC0A-465E-AD1B-6BA9B7E6C865}" type="presParOf" srcId="{5781C215-759B-43FE-BC9F-40A8E6E01CBA}" destId="{5E941D63-C85B-423D-A5DE-B3477B999F78}" srcOrd="7" destOrd="0" presId="urn:microsoft.com/office/officeart/2005/8/layout/vList2"/>
    <dgm:cxn modelId="{7E68412B-8D83-43F1-B0CA-FF6779296A49}" type="presParOf" srcId="{5781C215-759B-43FE-BC9F-40A8E6E01CBA}" destId="{E8B79184-3247-472F-ACC5-E8F601717588}" srcOrd="8" destOrd="0" presId="urn:microsoft.com/office/officeart/2005/8/layout/vList2"/>
    <dgm:cxn modelId="{11221942-45B0-4C7B-ADCF-357CFEF7870D}" type="presParOf" srcId="{5781C215-759B-43FE-BC9F-40A8E6E01CBA}" destId="{3B883CDB-923D-4F9C-B550-E1DB27E0A432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12129-6D5D-4EF0-9D94-4652543FF3DD}">
      <dsp:nvSpPr>
        <dsp:cNvPr id="0" name=""/>
        <dsp:cNvSpPr/>
      </dsp:nvSpPr>
      <dsp:spPr>
        <a:xfrm>
          <a:off x="1011285" y="596604"/>
          <a:ext cx="1467821" cy="146782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36113-F7D3-4720-BF40-23706A3D44EB}">
      <dsp:nvSpPr>
        <dsp:cNvPr id="0" name=""/>
        <dsp:cNvSpPr/>
      </dsp:nvSpPr>
      <dsp:spPr>
        <a:xfrm>
          <a:off x="114283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Built with C++</a:t>
          </a:r>
        </a:p>
      </dsp:txBody>
      <dsp:txXfrm>
        <a:off x="114283" y="2450723"/>
        <a:ext cx="3261824" cy="720000"/>
      </dsp:txXfrm>
    </dsp:sp>
    <dsp:sp modelId="{A4139660-2AA6-41A0-BEBC-E9ACF01FFC09}">
      <dsp:nvSpPr>
        <dsp:cNvPr id="0" name=""/>
        <dsp:cNvSpPr/>
      </dsp:nvSpPr>
      <dsp:spPr>
        <a:xfrm>
          <a:off x="4843929" y="596604"/>
          <a:ext cx="1467821" cy="1467821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FF610-719D-4B44-B397-830CA9B169BE}">
      <dsp:nvSpPr>
        <dsp:cNvPr id="0" name=""/>
        <dsp:cNvSpPr/>
      </dsp:nvSpPr>
      <dsp:spPr>
        <a:xfrm>
          <a:off x="3946927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Built in the x86 processor architecture system (Brooks)</a:t>
          </a:r>
        </a:p>
      </dsp:txBody>
      <dsp:txXfrm>
        <a:off x="3946927" y="2450723"/>
        <a:ext cx="3261824" cy="720000"/>
      </dsp:txXfrm>
    </dsp:sp>
    <dsp:sp modelId="{ED5FEFEE-B7A5-44F4-8548-D8421C18AE03}">
      <dsp:nvSpPr>
        <dsp:cNvPr id="0" name=""/>
        <dsp:cNvSpPr/>
      </dsp:nvSpPr>
      <dsp:spPr>
        <a:xfrm>
          <a:off x="8676573" y="596604"/>
          <a:ext cx="1467821" cy="14678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10D19-A6A4-45FD-9D86-A4A56C87EC8B}">
      <dsp:nvSpPr>
        <dsp:cNvPr id="0" name=""/>
        <dsp:cNvSpPr/>
      </dsp:nvSpPr>
      <dsp:spPr>
        <a:xfrm>
          <a:off x="7779571" y="2450723"/>
          <a:ext cx="32618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More familiar and experienced with it</a:t>
          </a:r>
        </a:p>
      </dsp:txBody>
      <dsp:txXfrm>
        <a:off x="7779571" y="2450723"/>
        <a:ext cx="326182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B9064-FE17-4DB5-99E1-406516BFF705}">
      <dsp:nvSpPr>
        <dsp:cNvPr id="0" name=""/>
        <dsp:cNvSpPr/>
      </dsp:nvSpPr>
      <dsp:spPr>
        <a:xfrm>
          <a:off x="0" y="59138"/>
          <a:ext cx="630936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Inst.h/Inst.cpp</a:t>
          </a:r>
        </a:p>
      </dsp:txBody>
      <dsp:txXfrm>
        <a:off x="21075" y="80213"/>
        <a:ext cx="6267210" cy="389580"/>
      </dsp:txXfrm>
    </dsp:sp>
    <dsp:sp modelId="{2EC0721E-6AB8-436E-81D1-685B7C86963D}">
      <dsp:nvSpPr>
        <dsp:cNvPr id="0" name=""/>
        <dsp:cNvSpPr/>
      </dsp:nvSpPr>
      <dsp:spPr>
        <a:xfrm>
          <a:off x="0" y="490868"/>
          <a:ext cx="630936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3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Defines and implements instruction format and opcode set</a:t>
          </a:r>
        </a:p>
      </dsp:txBody>
      <dsp:txXfrm>
        <a:off x="0" y="490868"/>
        <a:ext cx="6309360" cy="298080"/>
      </dsp:txXfrm>
    </dsp:sp>
    <dsp:sp modelId="{A3CA368B-B0C4-4E1A-8239-3C93723EBD3F}">
      <dsp:nvSpPr>
        <dsp:cNvPr id="0" name=""/>
        <dsp:cNvSpPr/>
      </dsp:nvSpPr>
      <dsp:spPr>
        <a:xfrm>
          <a:off x="0" y="788948"/>
          <a:ext cx="630936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parser.h/parser.cpp</a:t>
          </a:r>
        </a:p>
      </dsp:txBody>
      <dsp:txXfrm>
        <a:off x="21075" y="810023"/>
        <a:ext cx="6267210" cy="389580"/>
      </dsp:txXfrm>
    </dsp:sp>
    <dsp:sp modelId="{0ECFB1CA-FD93-4205-BBB2-DBB49D9D3591}">
      <dsp:nvSpPr>
        <dsp:cNvPr id="0" name=""/>
        <dsp:cNvSpPr/>
      </dsp:nvSpPr>
      <dsp:spPr>
        <a:xfrm>
          <a:off x="0" y="1220678"/>
          <a:ext cx="630936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3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Reads assembly text and converts it into Inst and Program objects</a:t>
          </a:r>
        </a:p>
      </dsp:txBody>
      <dsp:txXfrm>
        <a:off x="0" y="1220678"/>
        <a:ext cx="6309360" cy="298080"/>
      </dsp:txXfrm>
    </dsp:sp>
    <dsp:sp modelId="{B87E148B-ACF9-4370-BF35-EA5447201EFA}">
      <dsp:nvSpPr>
        <dsp:cNvPr id="0" name=""/>
        <dsp:cNvSpPr/>
      </dsp:nvSpPr>
      <dsp:spPr>
        <a:xfrm>
          <a:off x="0" y="1518758"/>
          <a:ext cx="630936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cpu.h/cpu.cpp</a:t>
          </a:r>
        </a:p>
      </dsp:txBody>
      <dsp:txXfrm>
        <a:off x="21075" y="1539833"/>
        <a:ext cx="6267210" cy="389580"/>
      </dsp:txXfrm>
    </dsp:sp>
    <dsp:sp modelId="{67C3FE8B-13E3-4A92-A4A1-A599309CAC6A}">
      <dsp:nvSpPr>
        <dsp:cNvPr id="0" name=""/>
        <dsp:cNvSpPr/>
      </dsp:nvSpPr>
      <dsp:spPr>
        <a:xfrm>
          <a:off x="0" y="1950488"/>
          <a:ext cx="630936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3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Defining and Implementing the pipeline simulator</a:t>
          </a:r>
        </a:p>
      </dsp:txBody>
      <dsp:txXfrm>
        <a:off x="0" y="1950488"/>
        <a:ext cx="6309360" cy="298080"/>
      </dsp:txXfrm>
    </dsp:sp>
    <dsp:sp modelId="{16216E0F-CAA2-4CE3-B5EE-F3C8527E95E0}">
      <dsp:nvSpPr>
        <dsp:cNvPr id="0" name=""/>
        <dsp:cNvSpPr/>
      </dsp:nvSpPr>
      <dsp:spPr>
        <a:xfrm>
          <a:off x="0" y="2248569"/>
          <a:ext cx="630936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util.h</a:t>
          </a:r>
          <a:r>
            <a:rPr lang="en-US" sz="1800" kern="1200" dirty="0"/>
            <a:t>/util.cpp</a:t>
          </a:r>
        </a:p>
      </dsp:txBody>
      <dsp:txXfrm>
        <a:off x="21075" y="2269644"/>
        <a:ext cx="6267210" cy="389580"/>
      </dsp:txXfrm>
    </dsp:sp>
    <dsp:sp modelId="{5E941D63-C85B-423D-A5DE-B3477B999F78}">
      <dsp:nvSpPr>
        <dsp:cNvPr id="0" name=""/>
        <dsp:cNvSpPr/>
      </dsp:nvSpPr>
      <dsp:spPr>
        <a:xfrm>
          <a:off x="0" y="2680298"/>
          <a:ext cx="630936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3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Defines and implements Helper functions that support simulator</a:t>
          </a:r>
        </a:p>
      </dsp:txBody>
      <dsp:txXfrm>
        <a:off x="0" y="2680298"/>
        <a:ext cx="6309360" cy="298080"/>
      </dsp:txXfrm>
    </dsp:sp>
    <dsp:sp modelId="{E8B79184-3247-472F-ACC5-E8F601717588}">
      <dsp:nvSpPr>
        <dsp:cNvPr id="0" name=""/>
        <dsp:cNvSpPr/>
      </dsp:nvSpPr>
      <dsp:spPr>
        <a:xfrm>
          <a:off x="0" y="2978379"/>
          <a:ext cx="630936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main.cpp</a:t>
          </a:r>
        </a:p>
      </dsp:txBody>
      <dsp:txXfrm>
        <a:off x="21075" y="2999454"/>
        <a:ext cx="6267210" cy="389580"/>
      </dsp:txXfrm>
    </dsp:sp>
    <dsp:sp modelId="{3B883CDB-923D-4F9C-B550-E1DB27E0A432}">
      <dsp:nvSpPr>
        <dsp:cNvPr id="0" name=""/>
        <dsp:cNvSpPr/>
      </dsp:nvSpPr>
      <dsp:spPr>
        <a:xfrm>
          <a:off x="0" y="3410109"/>
          <a:ext cx="630936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3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The entry point of the simulator or the “glue” of the simulator</a:t>
          </a:r>
        </a:p>
      </dsp:txBody>
      <dsp:txXfrm>
        <a:off x="0" y="3410109"/>
        <a:ext cx="6309360" cy="298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7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2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5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0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6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2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3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4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ircuit board">
            <a:extLst>
              <a:ext uri="{FF2B5EF4-FFF2-40B4-BE49-F238E27FC236}">
                <a16:creationId xmlns:a16="http://schemas.microsoft.com/office/drawing/2014/main" id="{71E02944-CF05-3C0D-57B9-610E1820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D301C-A6E2-0C34-E8C5-E9290A2B0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/>
              <a:t>Simple MIPS Processor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505F7-79C0-F826-8B57-F16DE7DB3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US" dirty="0"/>
              <a:t>Diego Lopez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028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B55F-062E-0A17-7981-EED196E1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and Location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B981784-F186-9263-A142-5AFAAF867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954642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583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E53D1-66E4-B07C-EAAF-91F9A908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Overview of the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F7F69-82E6-4E91-EF2F-517107CF1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r>
              <a:rPr lang="en-US" dirty="0"/>
              <a:t>A MIPS 5-stage pipeline simulator that models how a CPU would execute an assembly program cycle by cycle. </a:t>
            </a:r>
          </a:p>
          <a:p>
            <a:r>
              <a:rPr lang="en-US" dirty="0"/>
              <a:t>At the end of the simulation, it outputs the final state of the registers and memory</a:t>
            </a:r>
          </a:p>
          <a:p>
            <a:r>
              <a:rPr lang="en-US" dirty="0"/>
              <a:t>Goes through the 5 pipeline stages: </a:t>
            </a:r>
          </a:p>
          <a:p>
            <a:pPr lvl="1"/>
            <a:r>
              <a:rPr lang="en-US" dirty="0"/>
              <a:t>Instruction Fetch (IF)</a:t>
            </a:r>
          </a:p>
          <a:p>
            <a:pPr lvl="1"/>
            <a:r>
              <a:rPr lang="en-US" dirty="0"/>
              <a:t>Instruction Decode (ID)</a:t>
            </a:r>
          </a:p>
          <a:p>
            <a:pPr lvl="1"/>
            <a:r>
              <a:rPr lang="en-US" dirty="0"/>
              <a:t>Execute (EX)</a:t>
            </a:r>
          </a:p>
          <a:p>
            <a:pPr lvl="1"/>
            <a:r>
              <a:rPr lang="en-US" dirty="0"/>
              <a:t>Memory (MEM)</a:t>
            </a:r>
          </a:p>
          <a:p>
            <a:pPr lvl="1"/>
            <a:r>
              <a:rPr lang="en-US" dirty="0"/>
              <a:t>Write Back (WB)</a:t>
            </a:r>
          </a:p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1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D20BA-AC3A-FFE7-8720-233CF1F2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r>
              <a:rPr lang="en-US" dirty="0"/>
              <a:t>The files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5D40FA2-FE1F-B665-4972-479CA6AA8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250141"/>
              </p:ext>
            </p:extLst>
          </p:nvPr>
        </p:nvGraphicFramePr>
        <p:xfrm>
          <a:off x="521208" y="2578608"/>
          <a:ext cx="630936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18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961583FD-FEAF-E886-8BD7-4A32D0846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06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5FAE947-7211-4722-9026-8E874A8A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D54E6-EE27-F01B-4801-B299F322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8532" y="2523744"/>
            <a:ext cx="5032105" cy="36121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dirty="0">
                <a:solidFill>
                  <a:srgbClr val="FFFFFF"/>
                </a:solidFill>
              </a:rPr>
              <a:t>The 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53E504-CE7A-45E8-9030-0BFDACF83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90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106CE-C16D-4DBA-AE4B-FDD24FB0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1. Inst header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AA39-4D1B-B72D-A768-E5470659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Defines the blueprint of the instruction</a:t>
            </a:r>
          </a:p>
          <a:p>
            <a:pPr>
              <a:lnSpc>
                <a:spcPct val="100000"/>
              </a:lnSpc>
            </a:pPr>
            <a:r>
              <a:rPr lang="en-US" sz="1500"/>
              <a:t>What information each assembly must carry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/>
              <a:t>Notable components:</a:t>
            </a:r>
          </a:p>
          <a:p>
            <a:pPr>
              <a:lnSpc>
                <a:spcPct val="100000"/>
              </a:lnSpc>
            </a:pPr>
            <a:r>
              <a:rPr lang="en-US" sz="1500"/>
              <a:t>Struct Inst: the representation of a single instruction.</a:t>
            </a:r>
          </a:p>
          <a:p>
            <a:pPr>
              <a:lnSpc>
                <a:spcPct val="100000"/>
              </a:lnSpc>
            </a:pPr>
            <a:r>
              <a:rPr lang="en-US" sz="1500"/>
              <a:t>Struct Program: container for assembly program after being parsed.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Uses a vector for holding instructions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Uses unordered map to label instruction positions</a:t>
            </a:r>
          </a:p>
          <a:p>
            <a:pPr>
              <a:lnSpc>
                <a:spcPct val="100000"/>
              </a:lnSpc>
            </a:pPr>
            <a:r>
              <a:rPr lang="en-US" sz="1500" err="1"/>
              <a:t>enum</a:t>
            </a:r>
            <a:r>
              <a:rPr lang="en-US" sz="1500"/>
              <a:t> Opcode: Lists all instructions that the MIPS simulator can implement. 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Why </a:t>
            </a:r>
            <a:r>
              <a:rPr lang="en-US" sz="1500" err="1"/>
              <a:t>enum</a:t>
            </a:r>
            <a:r>
              <a:rPr lang="en-US" sz="1500"/>
              <a:t>? Have a cleaner and reliable way to represent instruction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0E2CB-1455-4133-614F-477267E3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2" y="976160"/>
            <a:ext cx="4364590" cy="484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FA74F-7E54-4DBE-FE0C-429290ED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en-US" dirty="0"/>
              <a:t>2. Parser header and </a:t>
            </a:r>
            <a:r>
              <a:rPr lang="en-US" dirty="0" err="1"/>
              <a:t>cpp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F04A-AE7C-40D2-DC99-DA5FE7AAF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Parser.h</a:t>
            </a:r>
            <a:endParaRPr lang="en-US" dirty="0"/>
          </a:p>
          <a:p>
            <a:r>
              <a:rPr lang="en-US" dirty="0"/>
              <a:t>Declares the </a:t>
            </a:r>
            <a:r>
              <a:rPr lang="en-US" dirty="0" err="1"/>
              <a:t>parse_asm</a:t>
            </a:r>
            <a:r>
              <a:rPr lang="en-US" dirty="0"/>
              <a:t> function that takes assembly code and makes a structured Program object</a:t>
            </a:r>
          </a:p>
          <a:p>
            <a:pPr marL="0" indent="0">
              <a:buNone/>
            </a:pPr>
            <a:r>
              <a:rPr lang="en-US" dirty="0"/>
              <a:t>Parser.cpp</a:t>
            </a:r>
          </a:p>
          <a:p>
            <a:r>
              <a:rPr lang="en-US" dirty="0"/>
              <a:t>Implementation of the </a:t>
            </a:r>
            <a:r>
              <a:rPr lang="en-US" dirty="0" err="1"/>
              <a:t>parse_asm</a:t>
            </a:r>
            <a:r>
              <a:rPr lang="en-US" dirty="0"/>
              <a:t> function</a:t>
            </a:r>
          </a:p>
          <a:p>
            <a:pPr lvl="1"/>
            <a:r>
              <a:rPr lang="en-US" dirty="0"/>
              <a:t>Reads each line of assembly</a:t>
            </a:r>
          </a:p>
          <a:p>
            <a:pPr lvl="1"/>
            <a:r>
              <a:rPr lang="en-US" dirty="0"/>
              <a:t>Breaks into parts</a:t>
            </a:r>
          </a:p>
          <a:p>
            <a:pPr lvl="1"/>
            <a:r>
              <a:rPr lang="en-US" dirty="0"/>
              <a:t>Converts into structured instructions</a:t>
            </a:r>
          </a:p>
          <a:p>
            <a:pPr lvl="1"/>
            <a:r>
              <a:rPr lang="en-US" dirty="0"/>
              <a:t>Returns a Program object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466D6-997A-CCE2-A1E5-188F4E91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857" y="3581445"/>
            <a:ext cx="4896533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9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9934D-4691-061E-7D68-E121D5B3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cpu.h</a:t>
            </a:r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E406-359D-59ED-F58B-BE0C1B819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Defines CPU model for the simulator</a:t>
            </a:r>
          </a:p>
          <a:p>
            <a:r>
              <a:rPr lang="en-US" dirty="0"/>
              <a:t>Declares data structures and classes to represent pipeline stages, registers, memory, and control signals</a:t>
            </a:r>
          </a:p>
          <a:p>
            <a:pPr marL="0" indent="0">
              <a:buNone/>
            </a:pPr>
            <a:r>
              <a:rPr lang="en-US" dirty="0"/>
              <a:t>Notable components:</a:t>
            </a:r>
          </a:p>
          <a:p>
            <a:r>
              <a:rPr lang="en-US" dirty="0"/>
              <a:t>Struct for Control signals</a:t>
            </a:r>
          </a:p>
          <a:p>
            <a:pPr lvl="1"/>
            <a:r>
              <a:rPr lang="en-US" dirty="0"/>
              <a:t>Tells each stage what to do with </a:t>
            </a:r>
            <a:r>
              <a:rPr lang="en-US"/>
              <a:t>the instruction</a:t>
            </a:r>
            <a:endParaRPr lang="en-US" dirty="0"/>
          </a:p>
          <a:p>
            <a:r>
              <a:rPr lang="en-US" dirty="0"/>
              <a:t>Structs for each pipeline register</a:t>
            </a:r>
          </a:p>
          <a:p>
            <a:r>
              <a:rPr lang="en-US" dirty="0"/>
              <a:t>Struct CPU: contains many CPU-related components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Pc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5587E-A913-24FE-45C0-8B030A96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347" y="976160"/>
            <a:ext cx="3092879" cy="53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B9F89-8A8E-B431-90C9-191B2EF6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en-US" dirty="0"/>
              <a:t>4. cpu.cpp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83C7-7C13-631B-0FF3-C425E552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0216" cy="3767328"/>
          </a:xfrm>
        </p:spPr>
        <p:txBody>
          <a:bodyPr>
            <a:normAutofit/>
          </a:bodyPr>
          <a:lstStyle/>
          <a:p>
            <a:r>
              <a:rPr lang="en-US" dirty="0"/>
              <a:t>Implements the struct CPU defined in </a:t>
            </a:r>
            <a:r>
              <a:rPr lang="en-US" dirty="0" err="1"/>
              <a:t>cpu.h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Notable Component:</a:t>
            </a:r>
          </a:p>
          <a:p>
            <a:r>
              <a:rPr lang="en-US" dirty="0"/>
              <a:t>void </a:t>
            </a:r>
            <a:r>
              <a:rPr lang="en-US" dirty="0" err="1"/>
              <a:t>Cpu</a:t>
            </a:r>
            <a:r>
              <a:rPr lang="en-US" dirty="0"/>
              <a:t>::run(): </a:t>
            </a:r>
          </a:p>
          <a:p>
            <a:pPr lvl="1"/>
            <a:r>
              <a:rPr lang="en-US" dirty="0"/>
              <a:t>Implements 5-stage pipeline</a:t>
            </a:r>
          </a:p>
          <a:p>
            <a:pPr lvl="1"/>
            <a:r>
              <a:rPr lang="en-US" dirty="0"/>
              <a:t>Handles hazards by forwarding and stalling</a:t>
            </a:r>
          </a:p>
          <a:p>
            <a:pPr lvl="1"/>
            <a:r>
              <a:rPr lang="en-US" dirty="0"/>
              <a:t>Updates the program counter when it encounters a branch</a:t>
            </a:r>
          </a:p>
          <a:p>
            <a:pPr lvl="1"/>
            <a:r>
              <a:rPr lang="en-US" dirty="0"/>
              <a:t>Outputs the current cycle and what instruction is in each stage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09FC62-4D31-7916-A3AC-E0776F3D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17" y="623354"/>
            <a:ext cx="4014216" cy="26959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8365A0-FC48-A79A-3B5B-13CABAF9C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17" y="4740862"/>
            <a:ext cx="4014216" cy="159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6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566BC-5CC7-492E-B4D3-26A66D13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r>
              <a:rPr lang="en-US" dirty="0"/>
              <a:t>5. util header and </a:t>
            </a:r>
            <a:r>
              <a:rPr lang="en-US" dirty="0" err="1"/>
              <a:t>cpp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1EB8-7552-2261-D082-D78E3D0CF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9360" cy="3767328"/>
          </a:xfrm>
        </p:spPr>
        <p:txBody>
          <a:bodyPr>
            <a:normAutofit/>
          </a:bodyPr>
          <a:lstStyle/>
          <a:p>
            <a:r>
              <a:rPr lang="en-US" dirty="0"/>
              <a:t>Declares helper functions that support the simulator</a:t>
            </a:r>
          </a:p>
          <a:p>
            <a:r>
              <a:rPr lang="en-US" dirty="0"/>
              <a:t>Handles important tasks outside the main CPU logic</a:t>
            </a:r>
          </a:p>
          <a:p>
            <a:r>
              <a:rPr lang="en-US" dirty="0"/>
              <a:t>Makes the simulator cleaner and more modular</a:t>
            </a:r>
          </a:p>
          <a:p>
            <a:r>
              <a:rPr lang="en-US" dirty="0"/>
              <a:t>util.cpp implements the helper functions from </a:t>
            </a:r>
            <a:r>
              <a:rPr lang="en-US" dirty="0" err="1"/>
              <a:t>util.h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Notable components:</a:t>
            </a:r>
          </a:p>
          <a:p>
            <a:r>
              <a:rPr lang="en-US" dirty="0" err="1"/>
              <a:t>reg_index</a:t>
            </a:r>
            <a:r>
              <a:rPr lang="en-US" dirty="0"/>
              <a:t>: handles register name mapping</a:t>
            </a:r>
          </a:p>
          <a:p>
            <a:r>
              <a:rPr lang="en-US" dirty="0" err="1"/>
              <a:t>string_trim</a:t>
            </a:r>
            <a:r>
              <a:rPr lang="en-US" dirty="0"/>
              <a:t>: removes any whitespace (helps the parser)</a:t>
            </a:r>
          </a:p>
          <a:p>
            <a:r>
              <a:rPr lang="en-US" dirty="0" err="1"/>
              <a:t>Parse_imm</a:t>
            </a:r>
            <a:r>
              <a:rPr lang="en-US" dirty="0"/>
              <a:t>: converts a string immediate value to an integer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7954F-6995-0A71-D228-41CB53C6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891" y="657369"/>
            <a:ext cx="4667901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DE803E-1DB5-082A-ED6B-CA6505EAA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028" y="1703835"/>
            <a:ext cx="2861463" cy="499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84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89C98-DE0F-1F14-8BB5-8C2AD7A8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6. main.cpp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A9D1-0527-518B-A2E2-BCB69AB81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The entry point of the simulator</a:t>
            </a:r>
          </a:p>
          <a:p>
            <a:r>
              <a:rPr lang="en-US" dirty="0"/>
              <a:t>Ties the simulator together</a:t>
            </a:r>
          </a:p>
          <a:p>
            <a:r>
              <a:rPr lang="en-US" dirty="0"/>
              <a:t>Loads assembly program file</a:t>
            </a:r>
          </a:p>
          <a:p>
            <a:r>
              <a:rPr lang="en-US" dirty="0"/>
              <a:t>Calls the </a:t>
            </a:r>
            <a:r>
              <a:rPr lang="en-US" dirty="0" err="1"/>
              <a:t>parser_asm</a:t>
            </a:r>
            <a:r>
              <a:rPr lang="en-US" dirty="0"/>
              <a:t> function</a:t>
            </a:r>
          </a:p>
          <a:p>
            <a:r>
              <a:rPr lang="en-US" dirty="0"/>
              <a:t>Creates a CPU object</a:t>
            </a:r>
          </a:p>
          <a:p>
            <a:r>
              <a:rPr lang="en-US" dirty="0"/>
              <a:t>Runs the simulation</a:t>
            </a:r>
          </a:p>
          <a:p>
            <a:r>
              <a:rPr lang="en-US" dirty="0"/>
              <a:t>Prints the final state of registers and memory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1C0AE-0BC9-7861-8B8E-FB71CB547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92" y="976160"/>
            <a:ext cx="4364590" cy="503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49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34093-C815-4AD8-CE6E-A01B9E38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3462236" cy="2947460"/>
          </a:xfrm>
        </p:spPr>
        <p:txBody>
          <a:bodyPr anchor="t">
            <a:normAutofit/>
          </a:bodyPr>
          <a:lstStyle/>
          <a:p>
            <a:r>
              <a:rPr lang="en-US" sz="4800"/>
              <a:t>MIPS Simulation demo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Teacher">
            <a:extLst>
              <a:ext uri="{FF2B5EF4-FFF2-40B4-BE49-F238E27FC236}">
                <a16:creationId xmlns:a16="http://schemas.microsoft.com/office/drawing/2014/main" id="{955A56D8-4878-F242-A325-AA50107EC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5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25EC1-D821-0C44-D5B0-82A299BE1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Questions?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58C723B4-56B6-768E-B882-87335055F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4985" y="965741"/>
            <a:ext cx="5380268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0300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4D47451BC4EF47A851C66C9F6D34B4" ma:contentTypeVersion="8" ma:contentTypeDescription="Create a new document." ma:contentTypeScope="" ma:versionID="39ed8f4b134953fdd51ea7ded5035f29">
  <xsd:schema xmlns:xsd="http://www.w3.org/2001/XMLSchema" xmlns:xs="http://www.w3.org/2001/XMLSchema" xmlns:p="http://schemas.microsoft.com/office/2006/metadata/properties" xmlns:ns3="ccfc01b9-c02b-4302-bc37-565759e01211" xmlns:ns4="7de9ab91-2e7d-4617-acac-d7837aa6d1d2" targetNamespace="http://schemas.microsoft.com/office/2006/metadata/properties" ma:root="true" ma:fieldsID="517b83286d9b1e69438d3cea7434c302" ns3:_="" ns4:_="">
    <xsd:import namespace="ccfc01b9-c02b-4302-bc37-565759e01211"/>
    <xsd:import namespace="7de9ab91-2e7d-4617-acac-d7837aa6d1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fc01b9-c02b-4302-bc37-565759e012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9ab91-2e7d-4617-acac-d7837aa6d1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1F6503-B6D7-45F8-905C-C3EDFE9C30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B557A7-45D6-4B5B-843A-4A3B3BE3B0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fc01b9-c02b-4302-bc37-565759e01211"/>
    <ds:schemaRef ds:uri="7de9ab91-2e7d-4617-acac-d7837aa6d1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FAD1E1-A6E1-4BB4-A996-E28B2454FAC5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7de9ab91-2e7d-4617-acac-d7837aa6d1d2"/>
    <ds:schemaRef ds:uri="ccfc01b9-c02b-4302-bc37-565759e01211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b19c134a-14c9-4d4c-af65-c420f94c8cbb}" enabled="0" method="" siteId="{b19c134a-14c9-4d4c-af65-c420f94c8cb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540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Bierstadt</vt:lpstr>
      <vt:lpstr>Neue Haas Grotesk Text Pro</vt:lpstr>
      <vt:lpstr>GestaltVTI</vt:lpstr>
      <vt:lpstr>Simple MIPS Processor Simulation</vt:lpstr>
      <vt:lpstr>Language and Location</vt:lpstr>
      <vt:lpstr>Overview of the simulator</vt:lpstr>
      <vt:lpstr>The files</vt:lpstr>
      <vt:lpstr>The code</vt:lpstr>
      <vt:lpstr>1. Inst header</vt:lpstr>
      <vt:lpstr>2. Parser header and cpp</vt:lpstr>
      <vt:lpstr>3. cpu.h</vt:lpstr>
      <vt:lpstr>4. cpu.cpp</vt:lpstr>
      <vt:lpstr>5. util header and cpp</vt:lpstr>
      <vt:lpstr>6. main.cpp</vt:lpstr>
      <vt:lpstr>MIPS Simulation 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 Gaspar, Diego A</dc:creator>
  <cp:lastModifiedBy>Lopez Gaspar, Diego A</cp:lastModifiedBy>
  <cp:revision>2</cp:revision>
  <dcterms:created xsi:type="dcterms:W3CDTF">2025-11-08T02:43:03Z</dcterms:created>
  <dcterms:modified xsi:type="dcterms:W3CDTF">2025-12-05T08:09:43Z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0x010100B24D47451BC4EF47A851C66C9F6D34B4</vt:lpwstr>
  </property>
</Properties>
</file>